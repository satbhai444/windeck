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Presentation:</a:t>
            </a:r>
          </a:p>
          <a:p>
            <a:r>
              <a:t>Mobile Application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Project: WinDeck - Wireless PC Control Suite</a:t>
            </a:r>
          </a:p>
          <a:p>
            <a:r>
              <a:t>Submitted By: Darshan (IMSC 2nd Year)</a:t>
            </a:r>
          </a:p>
          <a:p>
            <a:r>
              <a:t>Company: Prax Info</a:t>
            </a:r>
          </a:p>
          <a:p>
            <a:r>
              <a:t>Duration: 45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My Internship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Practical, hands-on Mobile App Development.</a:t>
            </a:r>
          </a:p>
          <a:p>
            <a:r>
              <a:t>Duration: 45 days of intensive learning at Prax Info.</a:t>
            </a:r>
          </a:p>
          <a:p>
            <a:r>
              <a:t>Key Learnings: Moved beyond basic tutorials to building a fully functional, production-ready mobile application.</a:t>
            </a:r>
          </a:p>
          <a:p>
            <a:r>
              <a:t>Environment: Learned how to work with modern development tools, translate raw ideas into code, and manage project versions effectively using 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Objectives of the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Implementation: Converting conceptual layouts into responsive and interactive Flutter widgets.</a:t>
            </a:r>
          </a:p>
          <a:p>
            <a:r>
              <a:t>State Management: Efficiently managing app data across multiple screens without performance drops.</a:t>
            </a:r>
          </a:p>
          <a:p>
            <a:r>
              <a:t>Version Control: Using Git and GitHub to manage code changes, track commits, and handle app releases.</a:t>
            </a:r>
          </a:p>
          <a:p>
            <a:r>
              <a:t>Real-World Debugging: Identifying crashes, fixing network-related issues, and optimizing the app for a smooth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Showcase: WinDeck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it is: A Flutter app that transforms an Android smartphone into a powerful, wireless macro-pad for Windows PCs.</a:t>
            </a:r>
          </a:p>
          <a:p>
            <a:r>
              <a:t>How it works: Uses Socket.IO for zero-latency communication over local Wi-Fi, secured with AES-256 encryption and OTP authentication.</a:t>
            </a:r>
          </a:p>
          <a:p>
            <a:r>
              <a:t>Key Features:</a:t>
            </a:r>
          </a:p>
          <a:p>
            <a:pPr lvl="1"/>
            <a:r>
              <a:t>Launch PC applications and control media directly from the phone.</a:t>
            </a:r>
          </a:p>
          <a:p>
            <a:pPr lvl="1"/>
            <a:r>
              <a:t>Live System Monitor (CPU/RAM tracking).</a:t>
            </a:r>
          </a:p>
          <a:p>
            <a:pPr lvl="1"/>
            <a:r>
              <a:t>Custom Macros &amp; PowerShell execution.</a:t>
            </a:r>
          </a:p>
          <a:p>
            <a:pPr lvl="1"/>
            <a:r>
              <a:t>Wireless File Transfer (DropZone).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Debugging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"Bottom overflowed by pixels" error when the on-screen keyboard popped up.</a:t>
            </a:r>
          </a:p>
          <a:p>
            <a:pPr lvl="1"/>
            <a:r>
              <a:t>Fix: Wrapped the main body layout inside a SingleChildScrollView to make it adaptive.</a:t>
            </a:r>
          </a:p>
          <a:p>
            <a:r>
              <a:t>Challenge: App disconnecting repeatedly and getting stuck in a loop when minimized to the background.</a:t>
            </a:r>
          </a:p>
          <a:p>
            <a:pPr lvl="1"/>
            <a:r>
              <a:t>Fix: Used Flutter's WidgetsBindingObserver to track App Lifecycle states and handle socket disconnections gracefully.</a:t>
            </a:r>
          </a:p>
          <a:p>
            <a:r>
              <a:t>Challenge: Async/await race conditions causing authentication failures during PC pairing.</a:t>
            </a:r>
          </a:p>
          <a:p>
            <a:pPr lvl="1"/>
            <a:r>
              <a:t>Fix: Structured the network requests properly and added flags to prevent multiple socket connections at the same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45-Day Learning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1-2: Basics &amp; UI Design</a:t>
            </a:r>
          </a:p>
          <a:p>
            <a:pPr lvl="1"/>
            <a:r>
              <a:t>Learned Dart fundamentals and the Flutter widget tree.</a:t>
            </a:r>
          </a:p>
          <a:p>
            <a:pPr lvl="1"/>
            <a:r>
              <a:t>Built the static UI screens for the WinDeck app (Dashboard, Discovery Screen).</a:t>
            </a:r>
          </a:p>
          <a:p>
            <a:r>
              <a:t>Week 3-4: App Logic &amp; State Management</a:t>
            </a:r>
          </a:p>
          <a:p>
            <a:pPr lvl="1"/>
            <a:r>
              <a:t>Integrated Provider for state management.</a:t>
            </a:r>
          </a:p>
          <a:p>
            <a:pPr lvl="1"/>
            <a:r>
              <a:t>Set up Socket.IO networking for PC-to-Mobile communication.</a:t>
            </a:r>
          </a:p>
          <a:p>
            <a:r>
              <a:t>Week 5-6: Debugging, Testing &amp; Deployment</a:t>
            </a:r>
          </a:p>
          <a:p>
            <a:pPr lvl="1"/>
            <a:r>
              <a:t>Fixed network bugs, UI glitches, and handled encryption logic.</a:t>
            </a:r>
          </a:p>
          <a:p>
            <a:pPr lvl="1"/>
            <a:r>
              <a:t>Built the final .apk and managed live releases using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 Stack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Flutter</a:t>
            </a:r>
          </a:p>
          <a:p>
            <a:r>
              <a:t>Language: Dart</a:t>
            </a:r>
          </a:p>
          <a:p>
            <a:r>
              <a:t>State Management: Provider</a:t>
            </a:r>
          </a:p>
          <a:p>
            <a:r>
              <a:t>Networking: Socket.io-client (WebSockets), mDNS (Auto-discovery)</a:t>
            </a:r>
          </a:p>
          <a:p>
            <a:r>
              <a:t>Version Control: Git &amp; GitHub</a:t>
            </a:r>
          </a:p>
          <a:p>
            <a:r>
              <a:t>IDE / Tools: VS Code, Android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